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0dbbe4ef7a41e2" /><Relationship Type="http://schemas.openxmlformats.org/officeDocument/2006/relationships/extended-properties" Target="/docProps/app.xml" Id="R1f3b05aac4554a00" /><Relationship Type="http://schemas.openxmlformats.org/officeDocument/2006/relationships/officeDocument" Target="/ppt/presentation.xml" Id="Re3ab49ed2e4643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8f8b3920ae4e34"/>
  </p:sldMasterIdLst>
  <p:notesMasterIdLst>
    <p:notesMasterId xmlns:r="http://schemas.openxmlformats.org/officeDocument/2006/relationships" r:id="R11a9f647f850478f"/>
  </p:notesMasterIdLst>
  <p:sldIdLst>
    <p:sldId xmlns:r="http://schemas.openxmlformats.org/officeDocument/2006/relationships" id="256" r:id="Redf4688b406c4ac2"/>
    <p:sldId xmlns:r="http://schemas.openxmlformats.org/officeDocument/2006/relationships" id="257" r:id="Ra4a99896cdb14a3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d06ddbc77743e1" /><Relationship Type="http://schemas.openxmlformats.org/officeDocument/2006/relationships/slideMaster" Target="/ppt/slideMasters/slideMaster1.xml" Id="Rb48f8b3920ae4e34" /><Relationship Type="http://schemas.openxmlformats.org/officeDocument/2006/relationships/notesMaster" Target="/ppt/notesMasters/notesMaster1.xml" Id="R11a9f647f850478f" /><Relationship Type="http://schemas.openxmlformats.org/officeDocument/2006/relationships/presProps" Target="/ppt/presProps.xml" Id="Rfc1c2e7e350c44ac" /><Relationship Type="http://schemas.openxmlformats.org/officeDocument/2006/relationships/viewProps" Target="/ppt/viewProps.xml" Id="R07b6b23d56ef431c" /><Relationship Type="http://schemas.openxmlformats.org/officeDocument/2006/relationships/tableStyles" Target="/ppt/tableStyles.xml" Id="Rb42e7768edc24c12" /><Relationship Type="http://schemas.openxmlformats.org/officeDocument/2006/relationships/slide" Target="/ppt/slides/slide1.xml" Id="Redf4688b406c4ac2" /><Relationship Type="http://schemas.openxmlformats.org/officeDocument/2006/relationships/slide" Target="/ppt/slides/slide2.xml" Id="Ra4a99896cdb14a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d9e6c1247d4a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0b995622ab42eb" /><Relationship Type="http://schemas.openxmlformats.org/officeDocument/2006/relationships/notesMaster" Target="/ppt/notesMasters/notesMaster1.xml" Id="Rb6862d3d77c947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f9d719c5914fe2" /><Relationship Type="http://schemas.openxmlformats.org/officeDocument/2006/relationships/notesMaster" Target="/ppt/notesMasters/notesMaster1.xml" Id="R5fb6138600e248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fa5114659447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35d97534084852" /><Relationship Type="http://schemas.openxmlformats.org/officeDocument/2006/relationships/slideLayout" Target="/ppt/slideLayouts/slideLayout1.xml" Id="Rf093a5152e734b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93a5152e734b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722bd69a94a6d" /><Relationship Type="http://schemas.openxmlformats.org/officeDocument/2006/relationships/image" Target="/ppt/media/image.png" Id="R6effa2ba4bf6425e" /><Relationship Type="http://schemas.openxmlformats.org/officeDocument/2006/relationships/notesSlide" Target="/ppt/notesSlides/notesSlide1.xml" Id="R1aa9186f3eca47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04e93d76246bc" /><Relationship Type="http://schemas.openxmlformats.org/officeDocument/2006/relationships/image" Target="/ppt/media/image2.png" Id="R3f4f51b149374d38" /><Relationship Type="http://schemas.openxmlformats.org/officeDocument/2006/relationships/notesSlide" Target="/ppt/notesSlides/notesSlide2.xml" Id="R30e0981758164c0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B117D8-50B0-45D5-9A7B-0A4BD37F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7A444-D8B4-4CB3-A1DC-F17F0226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4500-27型整车脉冲加热可行性方案 | 仿真内容与默认工况结论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C8569-2BF3-43AF-8739-82BABD8C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212C2-C6CB-47B5-BE16-758B7F5B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三包并联整体输出 + 双电机同步脉冲具备初步可行性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72468-2A1E-4046-9C4D-032DCD5D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默认工况：-20°C、50%SOC、1250 Hz、duty=0.50、电机短时边界550 Arms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F5D14C-B1C7-4FF6-A998-A7F8F02D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6F293-A580-4C65-891C-C6782EC0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初始温升速率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3DFDDA-7F7F-4DAF-B418-B72ED418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B8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B8A5A"/>
                </a:solidFill>
                <a:latin typeface="Microsoft YaHei"/>
                <a:ea typeface="Microsoft YaHei"/>
                <a:cs typeface="Microsoft YaHei"/>
              </a:rPr>
              <a:t>1.43 °C/min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B008EC-FA96-4C35-B7ED-17294869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三包并联双电机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0D2D79-0A43-4315-BA2E-FC3B193E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9545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EA64A6-9FB5-4C15-B75F-0E5E8FA5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288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升至0°C时间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D13EB2-4C07-4E29-9FDB-9210FC1C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28825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B8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B8A5A"/>
                </a:solidFill>
                <a:latin typeface="Microsoft YaHei"/>
                <a:ea typeface="Microsoft YaHei"/>
                <a:cs typeface="Microsoft YaHei"/>
              </a:rPr>
              <a:t>17.7 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0BC11C-FC6A-4AB8-A89F-DC938EB5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622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30 min内达到目标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5BC9A7-3B3C-455C-AF1C-0F80AD96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8DCA67-4D39-46C4-85F8-8A03D6E1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288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30 min末温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7303ED-F1AC-4F81-AA91-CB572EEF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28825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B8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B8A5A"/>
                </a:solidFill>
                <a:latin typeface="Microsoft YaHei"/>
                <a:ea typeface="Microsoft YaHei"/>
                <a:cs typeface="Microsoft YaHei"/>
              </a:rPr>
              <a:t>9.0 °C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CFB8AA-3924-4E96-9DDB-E3F511F0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622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由-20°C起算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3164BD-F4BC-4E0B-8FB9-49E868D1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9545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453331-BF4B-4458-B63F-6FD8B91E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288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30 min SOC消耗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20EFEC-100C-464C-B8E1-859C68AB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28825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5.3 %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368580-677C-47F2-85FB-B25193EA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622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等效电量消耗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6F1DD1-1C26-42E2-AC24-6CC91B18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9545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9BBD4F-AAEF-4090-8457-7CC52FBC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288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等效净加热功率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A5C1EC-38E3-431F-A028-00B84CA9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28825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66.2 kW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3F84F9-922E-4155-8FAE-8A473A65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622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30 min平均口径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B16936-34C1-40BD-ACAF-B14216DA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95450"/>
            <a:ext cx="1943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A84597-922A-429A-A84C-3BB28D0C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828800"/>
            <a:ext cx="1638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支路峰值电流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A4ACB5-84B1-4278-A15F-67252EBF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028825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7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97A12"/>
                </a:solidFill>
                <a:latin typeface="Microsoft YaHei"/>
                <a:ea typeface="Microsoft YaHei"/>
                <a:cs typeface="Microsoft YaHei"/>
              </a:rPr>
              <a:t>413 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9B4590-F121-4263-8824-6F274A68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362200"/>
            <a:ext cx="1638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高频边界待验证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65AA9B-CDC6-4217-AE57-2B4B0EDC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95600"/>
            <a:ext cx="53530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EDE605-7310-45A6-A9AD-CBD7F8D0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模型搭建内容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674EB9-9409-4B02-9F39-F39332B6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021502-FCE9-4550-B11E-D39DC52C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电路配置：3个252S/278Ah电池包并联输出，双CAM255PT56电机/控制器接入母线。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E9F4FC-CD1D-4326-93E8-64C74D11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5CE3BB-0DD2-4E26-BC88-EC2FA256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模型形态：零维集总电路-热模型，计算电机电流、电池支路电流、母线电流和电池发热。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D6F0A4-FB81-444F-AD0F-4296DA61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949CB4-3A48-46C1-B83F-C0C34D43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约束口径：区分电机RMS/峰值限制、支路峰值参考、30s/60s规格窗口和析锂参考边界。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300618-57BD-4320-AA07-73DF4CF3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1B8A5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1A229E-7E04-4EC2-8AD0-1761DB59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06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主方案：三包作为不可拆分并联系统共同参与，双电机同步施加堵转脉冲。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40FBFE-A4E4-4CFD-BE87-5023BC3E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A12"/>
          </a:solidFill>
          <a:ln xmlns:a="http://schemas.openxmlformats.org/drawingml/2006/main" w="0">
            <a:solidFill>
              <a:srgbClr val="C97A1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F3AB43-EAFE-4488-9DA4-D78657C7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对照方案：单电机脉冲温升偏弱，30 min末温约-10.3°C，暂不建议主攻。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B318F47-9B0C-4E1F-903C-2F8EA3E5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95600"/>
            <a:ext cx="56197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fa2ba4bf6425e"/>
          <a:stretch xmlns:a="http://schemas.openxmlformats.org/drawingml/2006/main"/>
        </p:blipFill>
        <p:spPr>
          <a:xfrm xmlns:a="http://schemas.openxmlformats.org/drawingml/2006/main">
            <a:off x="6711950" y="3105150"/>
            <a:ext cx="4425950" cy="2381250"/>
          </a:xfrm>
          <a:prstGeom xmlns:a="http://schemas.openxmlformats.org/drawingml/2006/main" prst="rect">
            <a:avLst/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1D40CA-055A-464F-BA3C-780F8A54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581650"/>
            <a:ext cx="520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图示重点：双电机同步方案在温升、到0°C时间和电气约束之间形成当前最优折中。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37B5A9-2257-4255-8668-C7157DE6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模型口径：零维集总电路-热模型；当前用于方案筛选，不等同于高频脉冲安全验证。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C0D8AF9-345A-41A2-AEEE-0615B5DF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600547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D2D756-615B-4B86-A37A-3F5D80A2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A12AF-126C-4A87-A060-4FD24B5F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4500-27型整车脉冲加热可行性方案 | 敏感性结论与后续验证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1221CA-EF39-4180-A25C-F1B06DA4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52C7F-37F6-4280-8A5F-0562BF83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结论：建议进入L1验证，但高频安全边界不能由零维模型直接闭合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F33C7-5FBA-4141-AA61-F7C202AB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当前结果支持方案筛选和试验设计，不支持直接发布整车量产安全结论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79D7F-5BE2-40EA-BF27-A111B91D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54292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1CD3D3-BDC9-43EB-9F32-9A04ACAF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敏感性分析重点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8BD6A-0FC7-4AA0-BF12-F7C16828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1B8A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45687A-7DA6-4471-8568-A43B82EF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电流幅值是最强影响因子：幅值系数1.2时30 min末温约16.0°C，到0°C约12.2 min。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F527DC-1462-47F5-899D-AEC71B11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A12"/>
          </a:solidFill>
          <a:ln xmlns:a="http://schemas.openxmlformats.org/drawingml/2006/main" w="0">
            <a:solidFill>
              <a:srgbClr val="C97A1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A71B3E-8A9F-4A5D-8BFD-86B204C9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高频阻抗假设决定结论强度：R_heat_factor=1时进入L1验证；降低到0.5以下则温升明显不足。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66F317-9BC6-4AC5-B773-E1BE01C4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88E585-55B2-400B-93A3-53160F78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频率存在折中：1250 Hz加热能力明显优于2000/3000/4000 Hz，后续应优先围绕低频端验证。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FB8E89-4D99-48B6-916C-DDB11B72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467988-8A58-4497-B66C-7B49E303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环境换热在弱对流范围内影响有限，但冷却液/泵阀真实状态仍需作为试验输入确认。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51059E-AC99-4FA6-B482-9CFEBC49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19250"/>
            <a:ext cx="55626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f51b149374d38"/>
          <a:stretch xmlns:a="http://schemas.openxmlformats.org/drawingml/2006/main"/>
        </p:blipFill>
        <p:spPr>
          <a:xfrm xmlns:a="http://schemas.openxmlformats.org/drawingml/2006/main">
            <a:off x="7375250" y="1828800"/>
            <a:ext cx="3156500" cy="16954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111DB1-A57D-4B4C-B471-187203EA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图示重点：热阻抗、电流幅值和频率共同决定是否可稳定进入L1验证区间。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6B0F87-18A3-418F-A252-7CC6ED11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1EBCB8-EDD4-477E-BD11-01B1F249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FF5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CBBE32-2805-4B77-AB47-1544236E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0532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97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97A12"/>
                </a:solidFill>
                <a:latin typeface="Microsoft YaHei"/>
                <a:ea typeface="Microsoft YaHei"/>
                <a:cs typeface="Microsoft YaHei"/>
              </a:rPr>
              <a:t>待闭合边界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3A4F89-71E3-4BC0-875D-707D378C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A12"/>
          </a:solidFill>
          <a:ln xmlns:a="http://schemas.openxmlformats.org/drawingml/2006/main" w="0">
            <a:solidFill>
              <a:srgbClr val="C97A1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B01D7B-5D42-4742-A8CE-F7FF4BB1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缺高频AC阻抗/HPPC温度-SOC全表，当前用1s DCR和R_heat_factor占位。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95C884-B1ED-4138-9F36-6ED16123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A12"/>
          </a:solidFill>
          <a:ln xmlns:a="http://schemas.openxmlformats.org/drawingml/2006/main" w="0">
            <a:solidFill>
              <a:srgbClr val="C97A1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89327D-BA5A-4C5E-A319-C39CF33E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BMS高频脉冲充放电限流、母线/接插件热压力、三包分流一致性尚未实测闭合。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EBDDCE-5365-488A-B334-71490092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3A3A"/>
          </a:solidFill>
          <a:ln xmlns:a="http://schemas.openxmlformats.org/drawingml/2006/main" w="0">
            <a:solidFill>
              <a:srgbClr val="B83A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7D1825-80D4-4000-A172-83941B1F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析锂边界为参考模型输出，不能替代低温高频脉冲试验。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684AE5-C6F5-4258-9450-47904213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48150"/>
            <a:ext cx="55626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2E03C8-804F-4D14-BFE7-E7594223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577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EAF7F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6B0717-4EDA-4D26-A6E4-E83E7C1C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0532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B8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B8A5A"/>
                </a:solidFill>
                <a:latin typeface="Microsoft YaHei"/>
                <a:ea typeface="Microsoft YaHei"/>
                <a:cs typeface="Microsoft YaHei"/>
              </a:rPr>
              <a:t>建议结论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9C77A8-2C38-4BEB-A7B6-D0CE3F8C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14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1B8A5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0DA43D-CB2D-4EEF-90BA-B044A97D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577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主推双电机同步脉冲方案进入L1电路/热耦合模型和台架试验。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175E8D-EC2B-4355-A58B-5B4FA323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95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1B8A5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7418A8-4FDC-4576-92D3-A6E3EB33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387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试验优先级：1250 Hz、duty=0.5、电流幅值0.8/1.0/1.2三档。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6C7AD4-3642-4D79-8963-658B97AB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76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1B8A5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504CED-D47E-4219-8E70-002F1051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6197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单电机方案作为低复杂度备选保留，不作为当前主攻路径。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E0B9D9-32F7-4FD7-8271-1825984D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模型口径：零维集总电路-热模型；当前用于方案筛选，不等同于高频脉冲安全验证。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F8E0FD-A1E3-4E94-B57D-69115254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54253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2026-06-09T09:57:57.2980000Z</dcterms:created>
  <dcterms:modified xsi:type="dcterms:W3CDTF">2026-06-09T09:57:57.2980000Z</dcterms:modified>
</coreProperties>
</file>