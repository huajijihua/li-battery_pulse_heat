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9d95de8fbc4a63" /><Relationship Type="http://schemas.openxmlformats.org/officeDocument/2006/relationships/extended-properties" Target="/docProps/app.xml" Id="R84b9b042ecbc45d8" /><Relationship Type="http://schemas.openxmlformats.org/officeDocument/2006/relationships/officeDocument" Target="/ppt/presentation.xml" Id="Rb8db3229d01a4b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b819e3fb28493e"/>
  </p:sldMasterIdLst>
  <p:notesMasterIdLst>
    <p:notesMasterId xmlns:r="http://schemas.openxmlformats.org/officeDocument/2006/relationships" r:id="R6c39baffd8aa434e"/>
  </p:notesMasterIdLst>
  <p:sldIdLst>
    <p:sldId xmlns:r="http://schemas.openxmlformats.org/officeDocument/2006/relationships" id="256" r:id="Rdf920fac271d4cf6"/>
    <p:sldId xmlns:r="http://schemas.openxmlformats.org/officeDocument/2006/relationships" id="257" r:id="R3d13c48e94f94d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4f3d78a46840d5" /><Relationship Type="http://schemas.openxmlformats.org/officeDocument/2006/relationships/slideMaster" Target="/ppt/slideMasters/slideMaster1.xml" Id="R17b819e3fb28493e" /><Relationship Type="http://schemas.openxmlformats.org/officeDocument/2006/relationships/notesMaster" Target="/ppt/notesMasters/notesMaster1.xml" Id="R6c39baffd8aa434e" /><Relationship Type="http://schemas.openxmlformats.org/officeDocument/2006/relationships/presProps" Target="/ppt/presProps.xml" Id="Rd0a4966a58db423b" /><Relationship Type="http://schemas.openxmlformats.org/officeDocument/2006/relationships/viewProps" Target="/ppt/viewProps.xml" Id="R085e8ac9b9aa4feb" /><Relationship Type="http://schemas.openxmlformats.org/officeDocument/2006/relationships/tableStyles" Target="/ppt/tableStyles.xml" Id="R6b6deba6836c4c98" /><Relationship Type="http://schemas.openxmlformats.org/officeDocument/2006/relationships/slide" Target="/ppt/slides/slide1.xml" Id="Rdf920fac271d4cf6" /><Relationship Type="http://schemas.openxmlformats.org/officeDocument/2006/relationships/slide" Target="/ppt/slides/slide2.xml" Id="R3d13c48e94f94d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29d830cf02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02eea19c534416" /><Relationship Type="http://schemas.openxmlformats.org/officeDocument/2006/relationships/notesMaster" Target="/ppt/notesMasters/notesMaster1.xml" Id="Rdcc0703cb15f49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028e67796e448e" /><Relationship Type="http://schemas.openxmlformats.org/officeDocument/2006/relationships/notesMaster" Target="/ppt/notesMasters/notesMaster1.xml" Id="R67a98a17c3fe45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f719c05c5747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2d4ea271ac46c2" /><Relationship Type="http://schemas.openxmlformats.org/officeDocument/2006/relationships/slideLayout" Target="/ppt/slideLayouts/slideLayout1.xml" Id="R67985ad7bc6340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985ad7bc6340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11b58908f432d" /><Relationship Type="http://schemas.openxmlformats.org/officeDocument/2006/relationships/image" Target="/ppt/media/image.png" Id="R08ee075b0dd54995" /><Relationship Type="http://schemas.openxmlformats.org/officeDocument/2006/relationships/notesSlide" Target="/ppt/notesSlides/notesSlide1.xml" Id="Re83f489b765f42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80de441d24771" /><Relationship Type="http://schemas.openxmlformats.org/officeDocument/2006/relationships/image" Target="/ppt/media/image2.png" Id="R5bedb0a024154a55" /><Relationship Type="http://schemas.openxmlformats.org/officeDocument/2006/relationships/notesSlide" Target="/ppt/notesSlides/notesSlide2.xml" Id="Rf729dbad29964b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B3CBBD-73D1-45B9-B047-4B6596BF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A8B77-60D5-45EA-98F9-9F0F471D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4500-27型整车脉冲加热可行性方案 | 仿真内容与默认工况结论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AA229-B380-403F-9AA6-91E436B8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E131C-A877-4204-8C4C-815A036D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三包并联整体输出 + 双电机同步脉冲具备初步可行性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CC74D-54FE-4991-B56F-6A8FDE63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默认工况：-20°C、50%SOC、1250 Hz、duty=0.50、电机短时边界550 Arms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47CF0-2F19-4DB8-8F51-83DE5241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9973C-2F26-4F1C-96A7-BF05188C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初始温升速率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F833E-C844-4E67-89F0-AD68A27C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rPr>
              <a:t>1.43 °C/min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E27DC-28B3-4A8A-98B6-8951B48F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三包并联双电机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00E76-A54A-40C0-AF6F-EC7E8B71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4FFBC-89E5-4426-826F-4238F62A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升至0°C时间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A2369-A330-4DF4-8961-027606F1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rPr>
              <a:t>17.7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05ED3-FDD9-4DF6-BA65-BD554257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30 min内达到目标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907F9-01F6-468F-8BDB-52E2E86C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99187-3801-42F5-A9BD-80BA6725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30 min末温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99D0A-A6FA-468D-8A42-A721D8C4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rPr>
              <a:t>9.0 °C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ADE4F-709F-4BA4-B291-AD596007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由-20°C起算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A433C-23BA-440B-9E7D-0C01D7B7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5DFC1-D87C-4865-98E3-530D34A3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30 min SOC消耗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2D218-874D-4BF5-8379-213D7889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5.3 %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94589-A297-4013-B750-A409A185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等效电量消耗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8C59FF-80C7-4792-91E1-F8E72E3E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486E0-6F6B-4AE9-AF15-E327470F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288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电池初始发热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813C5-F659-474C-8A69-4823C775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28825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97.9 kW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5ED01F-18BE-4072-8DED-139934CB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净加热为正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2EBA41-FF37-4680-AD71-1FCB4993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943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4E4FB-0466-4D4E-90F0-1672050E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288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支路峰值电流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AB9D63-901F-4DCE-8372-F2AE47C5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28825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9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97A12"/>
                </a:solidFill>
                <a:latin typeface="Microsoft YaHei"/>
                <a:ea typeface="Microsoft YaHei"/>
                <a:cs typeface="Microsoft YaHei"/>
              </a:rPr>
              <a:t>413 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352A79-1987-4DAD-80FD-A1BE311F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62200"/>
            <a:ext cx="1638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高频边界待验证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297A27-DC72-4535-85E6-CDB1A749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95600"/>
            <a:ext cx="53530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20783E-ED90-42F5-8437-347AF3E6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模型搭建内容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5C58B1-8CC7-4B01-AFF8-C6B90608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644340-FDB6-498B-8297-7858AFB6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电路配置：3个252S/278Ah电池包并联输出，双CAM255PT56电机/控制器接入母线。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A26F5B-8AA4-4EC6-B1D0-C3090F4A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36727E-162D-4F4B-98CE-84A5F162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模型形态：零维集总电路-热模型，计算电机电流、电池支路电流、母线电流和电池发热。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778C45-E1C4-40DD-92E5-B6123F3C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AEC964-B4C0-4FBA-BCF3-2A2EA380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约束口径：区分电机RMS/峰值限制、支路峰值参考、30s/60s规格窗口和析锂参考边界。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C53473-DFEE-47B7-90F8-994C558E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58F6DF-CDF2-4FDF-96BE-183F6D9E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主方案：三包作为不可拆分并联系统共同参与，双电机同步施加堵转脉冲。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178D7D-11E8-4835-9193-C5FC8E9D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2"/>
          </a:solidFill>
          <a:ln xmlns:a="http://schemas.openxmlformats.org/drawingml/2006/main" w="0">
            <a:solidFill>
              <a:srgbClr val="C97A1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3C2ED0-E2D1-4041-AB7C-7817D203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对照方案：单电机脉冲温升偏弱，30 min末温约-10.3°C，暂不建议主攻。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FB3D56-249A-45A9-98E7-89F9EFAC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56197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e075b0dd54995"/>
          <a:stretch xmlns:a="http://schemas.openxmlformats.org/drawingml/2006/main"/>
        </p:blipFill>
        <p:spPr>
          <a:xfrm xmlns:a="http://schemas.openxmlformats.org/drawingml/2006/main">
            <a:off x="6711950" y="3105150"/>
            <a:ext cx="4425950" cy="238125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852786-9FBF-4E76-B618-D276D110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81650"/>
            <a:ext cx="520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图示重点：双电机同步方案在温升、到0°C时间和电气约束之间形成当前最优折中。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E585A5-5F85-4B7A-92E0-06EC1996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模型口径：零维集总电路-热模型；当前用于方案筛选，不等同于高频脉冲安全验证。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164B14-DC37-4375-BB51-874DF193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014784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EF90CC-19BC-42D6-A7BB-6437A946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64B46-7B9B-4AC1-8349-265F4A23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4500-27型整车脉冲加热可行性方案 | 敏感性结论与后续验证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5E9CA-BC61-4D18-8A6B-483925E2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7F381-CE19-4102-947A-6F2A3B33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结论：建议进入L1验证，但高频安全边界不能由零维模型直接闭合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65C33-C120-4A50-ADC0-BFCE1622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38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当前结果支持方案筛选和试验设计，不支持直接发布整车量产安全结论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916B0-2688-4522-9985-4BD80297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429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7172E-004A-49A5-B188-85CC675F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敏感性分析重点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C33F7-A29D-45D0-AF9B-0B0D9D8D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48A76-3351-429A-96F6-F0E14FD0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电流幅值是最强影响因子：幅值系数1.2时30 min末温约16.0°C，到0°C约12.2 min。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97C6D-3339-4B62-9B21-01631881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2"/>
          </a:solidFill>
          <a:ln xmlns:a="http://schemas.openxmlformats.org/drawingml/2006/main" w="0">
            <a:solidFill>
              <a:srgbClr val="C97A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52F2C-4503-45B1-896D-255D0E1D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高频阻抗假设决定结论强度：R_heat_factor=1时进入L1验证；降低到0.5以下则温升明显不足。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62AFE-4764-4240-B4EB-2DC2C179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34EBC-A9E1-4F9F-8C22-538CE485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频率存在折中：1250 Hz加热能力明显优于2000/3000/4000 Hz，后续应优先围绕低频端验证。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20673-B2CC-4AA7-90D1-DA97D509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CC296-C392-4455-A6C8-3AD4C1A9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环境换热在弱对流范围内影响有限，但冷却液/泵阀真实状态仍需作为试验输入确认。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F4315-74F8-4219-8E49-B14A28F3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55626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db0a024154a55"/>
          <a:stretch xmlns:a="http://schemas.openxmlformats.org/drawingml/2006/main"/>
        </p:blipFill>
        <p:spPr>
          <a:xfrm xmlns:a="http://schemas.openxmlformats.org/drawingml/2006/main">
            <a:off x="7375250" y="1828800"/>
            <a:ext cx="3156500" cy="16954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55933-8C6B-496C-9C75-F1D7C22C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图示重点：热阻抗、电流幅值和频率共同决定是否可稳定进入L1验证区间。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E3B3E-E3FA-4291-966D-0A0EEBAE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AA149-A2C4-4A10-A98C-41F99B8C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FF5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FB2E8-6A96-4833-AD3F-8C4D4608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97A12"/>
                </a:solidFill>
                <a:latin typeface="Microsoft YaHei"/>
                <a:ea typeface="Microsoft YaHei"/>
                <a:cs typeface="Microsoft YaHei"/>
              </a:rPr>
              <a:t>待闭合边界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2966D-B6FE-4355-B0D4-A157EA7B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2"/>
          </a:solidFill>
          <a:ln xmlns:a="http://schemas.openxmlformats.org/drawingml/2006/main" w="0">
            <a:solidFill>
              <a:srgbClr val="C97A1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C4FAC-65CC-4E82-A726-26819295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缺高频AC阻抗/HPPC温度-SOC全表，当前用1s DCR和R_heat_factor占位。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2F332-8FAC-4720-AB87-34EFC031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A12"/>
          </a:solidFill>
          <a:ln xmlns:a="http://schemas.openxmlformats.org/drawingml/2006/main" w="0">
            <a:solidFill>
              <a:srgbClr val="C97A1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550979-8B61-400F-9B27-BBCC2576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BMS高频脉冲充放电限流、母线/接插件热压力、三包分流一致性尚未实测闭合。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628B81-C399-42E3-999C-D4FD8175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A3A"/>
          </a:solidFill>
          <a:ln xmlns:a="http://schemas.openxmlformats.org/drawingml/2006/main" w="0">
            <a:solidFill>
              <a:srgbClr val="B83A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DE3632-846D-45C1-AF5A-D566D257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析锂边界为参考模型输出，不能替代低温高频脉冲试验。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EC1880-6B3E-498B-A5BF-75CE19E8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48150"/>
            <a:ext cx="55626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81447F-1DE3-4E86-9036-1D8BDFE9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29A122-F787-4795-A8DC-C90BAFA1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0532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B8A5A"/>
                </a:solidFill>
                <a:latin typeface="Microsoft YaHei"/>
                <a:ea typeface="Microsoft YaHei"/>
                <a:cs typeface="Microsoft YaHei"/>
              </a:rPr>
              <a:t>建议结论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905BEE-307C-4362-9282-C4230EB3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14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30AE55-A021-4524-A6C6-53BE1E43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主推双电机同步脉冲方案进入L1电路/热耦合模型和台架试验。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7E4EF7-DBDA-4649-9F85-49ABBB52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95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10B3BE-406B-4C75-BC67-F18CA948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38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试验优先级：1250 Hz、duty=0.5、电流幅值0.8/1.0/1.2三档。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EE8D65-A0F4-4C45-A81D-BF0C8666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1DBB15-30F0-4BED-BA4D-9FABAC36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6197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单电机方案作为低复杂度备选保留，不作为当前主攻路径。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17CD39-69B6-4092-85C5-C7CCB236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模型口径：零维集总电路-热模型；当前用于方案筛选，不等同于高频脉冲安全验证。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F048E9-2AC1-4954-AA17-F73A72C6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9605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67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9122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2026-06-09T08:19:47.2720000Z</dcterms:created>
  <dcterms:modified xsi:type="dcterms:W3CDTF">2026-06-09T08:19:47.2720000Z</dcterms:modified>
</coreProperties>
</file>